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ASP.NET Core State Management Techniques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Comprehensive Guide for Client-Side and Server-Side State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State management in ASP.NET Core involves maintaining state across HTTP requests, which are inherently stateless.</a:t>
            </a:r>
          </a:p>
          <a:p>
            <a:r>
              <a:t>This presentation covers both Client-Side and Server-Side state management techniques.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Client-Side State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Query Strings: Pass data between requests using URL parameters.</a:t>
            </a:r>
          </a:p>
          <a:p>
            <a:r>
              <a:t>2. Hidden Fields: Store data in forms and submit with POST requests.</a:t>
            </a:r>
          </a:p>
          <a:p>
            <a:r>
              <a:t>3. Cookies: Store small pieces of data on the client-side.</a:t>
            </a:r>
          </a:p>
          <a:p>
            <a:r>
              <a:t>4. Local Storage/Session Storage: Use browser-based storage for persisting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Server-Side State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Session State: Store data on the server tied to a user session.</a:t>
            </a:r>
          </a:p>
          <a:p>
            <a:r>
              <a:t>2. TempData: Transfer data between two requests.</a:t>
            </a:r>
          </a:p>
          <a:p>
            <a:r>
              <a:t>3. Cache: Store frequently accessed data to improve performance.</a:t>
            </a:r>
          </a:p>
          <a:p>
            <a:r>
              <a:t>4. Scoped Services: Use dependency injection to manage per-request state.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 query strings to pass data via the URL.</a:t>
            </a:r>
          </a:p>
          <a:p>
            <a:r>
              <a:t>• Example: /Home/ReceiveData?name=John&amp;age=30</a:t>
            </a:r>
          </a:p>
          <a:p>
            <a:r>
              <a:t>• Suitable for short data that is not sensitive.</a:t>
            </a:r>
          </a:p>
          <a:p>
            <a:r>
              <a:t>• Data is visible in the URL and has size limitations.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Hidden Fields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Store data in hidden HTML form fields.</a:t>
            </a:r>
          </a:p>
          <a:p>
            <a:r>
              <a:t>• Data is sent to the server during form submission.</a:t>
            </a:r>
          </a:p>
          <a:p>
            <a:r>
              <a:t>• Suitable for temporary data that does not require high security.</a:t>
            </a:r>
          </a:p>
          <a:p>
            <a:r>
              <a:t>• Limited to form submissions.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Cookies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Store small pieces of data on the client-side.</a:t>
            </a:r>
          </a:p>
          <a:p>
            <a:r>
              <a:t>• Persistent across requests until expiration.</a:t>
            </a:r>
          </a:p>
          <a:p>
            <a:r>
              <a:t>• Used for personalization, authentication, and tracking.</a:t>
            </a:r>
          </a:p>
          <a:p>
            <a:r>
              <a:t>• Ensure secure implementation for sensitive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Local Storage &amp; Session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Local Storage: Persistent storage available even after browser is closed.</a:t>
            </a:r>
          </a:p>
          <a:p>
            <a:r>
              <a:t>• Session Storage: Data persists only while the browser tab is open.</a:t>
            </a:r>
          </a:p>
          <a:p>
            <a:r>
              <a:t>• Useful for client-side data that does not require server interaction.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Store user-specific data on the server for the duration of a session.</a:t>
            </a:r>
          </a:p>
          <a:p>
            <a:r>
              <a:t>• Data is tied to a unique session ID stored in a cookie.</a:t>
            </a:r>
          </a:p>
          <a:p>
            <a:r>
              <a:t>• Suitable for temporary data like shopping cart items.</a:t>
            </a:r>
          </a:p>
          <a:p>
            <a:r>
              <a:t>• Requires memory or distributed session store.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Stores data temporarily between requests.</a:t>
            </a:r>
          </a:p>
          <a:p>
            <a:r>
              <a:t>• Data is cleared after being read.</a:t>
            </a:r>
          </a:p>
          <a:p>
            <a:r>
              <a:t>• Suitable for redirect scenarios.</a:t>
            </a:r>
          </a:p>
          <a:p>
            <a:r>
              <a:t>• Backed by session or cookies.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Cache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Store frequently accessed data to reduce computation and improve performance.</a:t>
            </a:r>
          </a:p>
          <a:p>
            <a:r>
              <a:t>• Use IMemoryCache for in-memory caching.</a:t>
            </a:r>
          </a:p>
          <a:p>
            <a:r>
              <a:t>• Supports expiration policies and size limits.</a:t>
            </a:r>
          </a:p>
          <a:p>
            <a:r>
              <a:t>• Suitable for application-wide 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Scoped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 dependency injection to maintain per-request state.</a:t>
            </a:r>
          </a:p>
          <a:p>
            <a:r>
              <a:t>• Data is shared within the same HTTP request.</a:t>
            </a:r>
          </a:p>
          <a:p>
            <a:r>
              <a:t>• Suitable for services that need consistent data during a single request.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ASP.NET Core provides both client-side and server-side state management techniques.</a:t>
            </a:r>
          </a:p>
          <a:p>
            <a:r>
              <a:t>• Choose the right technique based on data sensitivity, persistence, and scope.</a:t>
            </a:r>
          </a:p>
          <a:p>
            <a:r>
              <a:t>• Ensure secure implementation for sensitive data.</a:t>
            </a:r>
          </a:p>
          <a:p>
            <a:r>
              <a:t>• Combine multiple techniques for complex applications.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